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howGuides="1">
      <p:cViewPr varScale="1">
        <p:scale>
          <a:sx n="77" d="100"/>
          <a:sy n="77" d="100"/>
        </p:scale>
        <p:origin x="228" y="57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Probability and Random Processes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Tutorial 2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102182-96A7-0B62-8654-CFBD8398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2" y="685800"/>
            <a:ext cx="9140825" cy="73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1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BFA7-561B-B63C-5A27-3F5F90EC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70A982-A37B-53D0-4835-CA961818B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12" y="381000"/>
            <a:ext cx="7696200" cy="143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4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6789-65C9-9AF2-C49E-E71A1D67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7B916B-5B3B-E5CA-4FA7-EE77EA7E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12" y="685800"/>
            <a:ext cx="8029634" cy="14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4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E8C7-43AC-A3C0-8B91-7DC5443F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6F0E6-8921-9AF4-4D3E-1C7404E1C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12" y="609600"/>
            <a:ext cx="8105834" cy="17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5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9792-6A3D-2E42-DD0E-DE85F7A1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616F8-C47C-F261-7520-3CF6FA1D7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12" y="228600"/>
            <a:ext cx="6596077" cy="595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6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4047-D5DD-B215-2028-F9A036B0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DA604-C8EF-64BA-E60B-B46E1420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2" y="533400"/>
            <a:ext cx="8763000" cy="84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1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13</TotalTime>
  <Words>6</Words>
  <Application>Microsoft Office PowerPoint</Application>
  <PresentationFormat>Custom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Euphemia</vt:lpstr>
      <vt:lpstr>Math 16x9</vt:lpstr>
      <vt:lpstr>Probability and Random Processes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Somish Singh</dc:creator>
  <cp:lastModifiedBy>Somish Singh</cp:lastModifiedBy>
  <cp:revision>1</cp:revision>
  <dcterms:created xsi:type="dcterms:W3CDTF">2026-09-13T17:46:32Z</dcterms:created>
  <dcterms:modified xsi:type="dcterms:W3CDTF">2026-09-13T17:59:59Z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