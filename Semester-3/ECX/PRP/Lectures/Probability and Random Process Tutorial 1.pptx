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76" r:id="rId3"/>
    <p:sldId id="277" r:id="rId4"/>
    <p:sldId id="275" r:id="rId5"/>
    <p:sldId id="274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83" autoAdjust="0"/>
    <p:restoredTop sz="94660"/>
  </p:normalViewPr>
  <p:slideViewPr>
    <p:cSldViewPr showGuides="1">
      <p:cViewPr varScale="1">
        <p:scale>
          <a:sx n="77" d="100"/>
          <a:sy n="77" d="100"/>
        </p:scale>
        <p:origin x="264" y="57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Probability and Random Process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Tutorial 1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F0BDD-DBCB-FC3E-65BE-DB09FC5C3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5156" b="18044"/>
          <a:stretch>
            <a:fillRect/>
          </a:stretch>
        </p:blipFill>
        <p:spPr>
          <a:xfrm>
            <a:off x="1868484" y="2284631"/>
            <a:ext cx="6629638" cy="122056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B8E74C-0FE8-1EB1-C949-E6CC75BFDB5D}"/>
              </a:ext>
            </a:extLst>
          </p:cNvPr>
          <p:cNvSpPr txBox="1"/>
          <p:nvPr/>
        </p:nvSpPr>
        <p:spPr>
          <a:xfrm>
            <a:off x="2436812" y="3580031"/>
            <a:ext cx="585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Prove that the Binomial Distribution will become Poisson Distribution if  p </a:t>
            </a:r>
            <a:r>
              <a:rPr lang="en-US" dirty="0">
                <a:sym typeface="Wingdings" panose="05000000000000000000" pitchFamily="2" charset="2"/>
              </a:rPr>
              <a:t> 0 and n  inf 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5A70C5-670A-3E60-EA15-D5DA284F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-32541"/>
          <a:stretch>
            <a:fillRect/>
          </a:stretch>
        </p:blipFill>
        <p:spPr>
          <a:xfrm>
            <a:off x="1751012" y="1066800"/>
            <a:ext cx="623843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4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759574-470F-203E-824B-5A9C5EF2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381000"/>
            <a:ext cx="860754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6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E2FD4-04E9-0D36-76E6-D997CA8A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3276600"/>
            <a:ext cx="8492073" cy="129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B95FC4-2ABA-111B-7EAC-AB5C0C58B3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21"/>
          <a:stretch>
            <a:fillRect/>
          </a:stretch>
        </p:blipFill>
        <p:spPr>
          <a:xfrm>
            <a:off x="1065212" y="1066800"/>
            <a:ext cx="9803387" cy="93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2520F8-FFAA-D20A-CC56-5D20FFE14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12" y="457200"/>
            <a:ext cx="8613778" cy="7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0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273</TotalTime>
  <Words>23</Words>
  <Application>Microsoft Office PowerPoint</Application>
  <PresentationFormat>Custom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Euphemia</vt:lpstr>
      <vt:lpstr>Wingdings</vt:lpstr>
      <vt:lpstr>Math 16x9</vt:lpstr>
      <vt:lpstr>Probability and Random Process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Somish Singh</dc:creator>
  <cp:lastModifiedBy>Somish Singh</cp:lastModifiedBy>
  <cp:revision>2</cp:revision>
  <dcterms:created xsi:type="dcterms:W3CDTF">2026-09-10T14:58:14Z</dcterms:created>
  <dcterms:modified xsi:type="dcterms:W3CDTF">2026-09-11T09:24:22Z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